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28ABFB0E-6666-4108-A790-8D8ABA3F6E9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LibreOffice/5.4.7.2$Linux_X86_64 LibreOffice_project/40m0$Build-2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2018-06-24T10:25:59Z</dcterms:created>
  <dc:creator/>
  <dc:description/>
  <dc:language>en-US</dc:language>
  <cp:lastModifiedBy/>
  <cp:revision>0</cp:revision>
  <dc:subject/>
  <dc:title/>
</cp:coreProperties>
</file>